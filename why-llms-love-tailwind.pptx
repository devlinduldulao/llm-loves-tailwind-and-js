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63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Opener. Read the setup: how many CSS developers to change a lightbulb? Pause. Let them think. Callback to the position:absolute joke if this room knows it. The cascade punchline is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Punchline on the slide: they change everything around it and hope it cascades. Bridge: that non-local mess is the problem for humans and for machines. Same friction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Name-check Devlin + Web Developer Conference 2025. One-liner: the methodology wars are over, the machines have voted, and today is why that's architecture. Subtitle on slide: and why you should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 under 45 seconds. Hit what's on the slide: full-stack from Oslo, creator of DaloyJS. Add current role/company if you want. Headshot box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Graveyard of methodologies. Walk the timeline: each one tried to answer where styles live and what we name them (that is the line on the slide). Optional close: Tailwind mostly deletes those questions instead of answering them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slide. Open with the headline: the machines have voted. Point at the tools: v0, bolt, Lovable, Artifacts, shadcn, Cursor/Copilot. Land the footer: every major AI UI generator defaults to Tailwind. That's revealed preference. Rest of the talk answers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reframe. Land the slide lines: how code is understood by a teammate and by a next-token predictor. Same friction, same fix: locality. Both fail when they have to reason non-locally. Everything after this is a variation on locality.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Friction 1: naming. Optional Phil Karlton quote on the slide. Walk the three bullets: invented project-specific names, names drift (card/Card/cardWrapper), humans AND models invent inconsistently. Point at .card__header--featured. Close: Tailwind deletes the naming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Friction 2: the cascade. Land the slide: the C in CSS is global and order-dependent. Walk reset → buttons → card. Land the bottom line: edit one rule here, break a component three files away. Non-local effects are the worst case for a bounded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Friction 3: separation of concerns became separation of context. Land the slide: two files joined only by a magic string; you must hold both in your head, and so must the model. Class name is a pointer into another file. Optional: Locality of Behaviour (Carson Gross / htmx essay).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 is co-location. Land the slide: markup and style live in one place; an LLM sees the entire spec in one span of tokens. Point at the PricingCard snippet: no CSS file, no invented class names, no cascade. Pivot from problem to why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1: same card, two ways. Slide prompt: build a pricing card with a featured tier. Run npm run dev. Show semantic (2 files, invented names) vs Tailwind (1 file, right first try). Click Show source if available. Watch: first-try render + spacing consistency. Backup: deployed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1: co-location = context locality. Land the slide: LLMs have a bounded context and no project memory. Co-located styling = whole spec in one token span. Semantic CSS = a second file it may never have read. Point at hero vs grid gap-6 p-8.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2: closed vocabulary = predictability. Land the slide: flex items-center justify-between is a fixed phrase seen millions of times, low perplexity, high accuracy. Contrast .hero-banner-x. Model is completing a phrase, not inventing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3. Land the slide: constraints guide the model. It picks p-4 from a menu instead of hallucinating padding: 13px. Freeform CSS drifts (13px here, 14px there); the token scale keeps generations consistent without a human cleanup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4: deterministic global mapping. Land the slide: mt-4 means margin-top 1rem in every repo on earth. .spacer means nothing until you read this project. Training generalizes utilities; bespoke names stay project-local.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5: the training-data flywheel. Land the slide: Tailwind saturates modern training data (Next.js, shadcn, public repos). More usage → more data → better gen → more usage. Utilities generalize; project names do not. Gap widens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6: self-documenting = verifiable. Land the slide: the class list is the spec. Read bg-coral hover:bg-coral/80 px-4 py-2 rounded-lg and know what it does without running it. Faster review = tighter human + AI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 framework angle. Land the slide: components already co-locate template + logic; Tailwind adds style to the same unit. Template + logic + style = one file, one mental model. Encapsulation and utility-first both apply locality, at different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for the JS toolchain. Two points matching the slide: (1) dynamic composition is trivial (className={cn(...)}, Vue :class, Svelte class:). (2) build step is already there: Vite/PostCSS, JIT, tree-shaking. Close: Tailwind is build-tool-native; it belongs to the JS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TypeScript angle. Land the slide: same philosophy, constrained named vocabulary that catches mistakes early. Walk the cva Button snippet: variants type-checked and autocompleted. Mention the tools row: cva, tailwind-variants, tailwind-merge, clsx/cn. TS constrains values; Tailwind constrains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2. Open the demo repo, Typed variants section. Toggle variant and size: class string updates live (matches the slide). Then editor: type Button variant= and show IntelliSense. Land the slide line: a wrong variant is a red squiggle at compile time. TypeScript + Tailwind as one constrained, checkable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3. Prompt on the slide: add a success variant, then a loading state with a spinner. (a) LIVE in Cursor/Claude on ui/button.tsx, or (b) BACKUP: repo LLM iteration panel. Narrate: the diff lands entirely inside button.tsx; nothing else moves. Land the slide: local edit = safe edit. That is the payoff of everything before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slide. shadcn/ui is the thesis shipped: copy-paste components in Tailwind + TypeScript + cva. It exists because devs and LLMs both read and modify it trivially. You own the code (not a black-box install). Bullet on slide: v0, bolt, Lovable, Cursor, Artifacts all target it by default. Close on the footer: one stack, Tailwind +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Objections slide. Hit all three on screen: (1) class soup → extract components, not @apply; soup lives in one place. (2) learning curve → closed set + IntelliSense; learn once, transfers. (3) just inline styles → no: tokens, hover/md/dark variants, and purge. Inline styles can't do those. Most common pushback is #3.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morning adopt list. Walk all five on the slide: (1) start in NEW components, no big-bang rewrite; (2) IntelliSense + Prettier class sorter; (3) cn() + cva for variants; (4) steal from shadcn/ui; (5) let LLM speed compound, measure PR velocity. Velocity is the receipt for skeptics.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four takeaways slowly, matching the slide: (1) the friction was locality; (2) LLMs love Tailwind because co-located, closed-vocab, deterministic, everywhere in training; (3) components, utilities, and TS types: locality at three layers; (4) the machines already voted, now you have the ammunition. If they keep one word: locality.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Resources. Slides will be shared; do not read every link. Call out the two that matter on this slide: Locality of Behaviour essay (the locality essay) and v0.dev (see the machines vote live). Demo repo is on the thank-you 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Thank you / Gracias. Point at the demo repo on the slide: github.com/devlinduldulao/llm-loves-tailwind-and-js. Socials and QR if present. Invite Tailwind hot-takes. End with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95A8B3-47D6-02CA-0770-1BFDEA3245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7302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37160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97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CSS developers does it take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change a lightbulb?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wait for it… 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change everything around it,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hope it cascades.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448056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why that joke is the problem for humans and for machines.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74520"/>
            <a:ext cx="110029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
</a:t>
            </a:r>
            <a:r>
              <a:rPr lang="en-US" sz="5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 Tailwind CSS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397764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why you should too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48920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Duldulao</a:t>
            </a:r>
            <a:r>
              <a:rPr lang="en-US" sz="16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  Web Developer Conference   •  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5715000"/>
            <a:ext cx="923544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571500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0784" y="5715000"/>
            <a:ext cx="1764792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0784" y="57150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items-center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48456" y="5715000"/>
            <a:ext cx="10287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48456" y="571500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60036" y="5715000"/>
            <a:ext cx="1659636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0036" y="5715000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rounded-2xl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02552" y="5715000"/>
            <a:ext cx="1869948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02552" y="5715000"/>
            <a:ext cx="186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hover:bg-mint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WHOAMI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Duldulao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2768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2194560"/>
            <a:ext cx="6656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 from Oslo Norway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6656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Creator of </a:t>
            </a:r>
            <a:r>
              <a:rPr lang="en-US" sz="1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DaloyJS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4251960"/>
            <a:ext cx="6656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 of methodology wars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01736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01736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OOCSS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01736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9112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9112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9112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6488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6488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6488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3864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3864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23864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1240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31240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Modules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1240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8615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2212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38615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CSS-in-JS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38615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45991" y="2743200"/>
            <a:ext cx="1151344" cy="1371600"/>
          </a:xfrm>
          <a:prstGeom prst="roundRect">
            <a:avLst>
              <a:gd name="adj" fmla="val 953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45991" y="2999232"/>
            <a:ext cx="115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445991" y="3520440"/>
            <a:ext cx="115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66344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tried to answer the same two questions: where do styles live, and what do we name them?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machines have voted.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63347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1272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37744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43018" y="263347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bolt.new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3018" y="31272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StackBlitz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43037" y="237744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7357" y="263347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7357" y="31272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full-app 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9319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Artifacts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68172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68698" y="39319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3018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43018" y="468172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AI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43037" y="3931920"/>
            <a:ext cx="3454298" cy="1234440"/>
          </a:xfrm>
          <a:prstGeom prst="roundRect">
            <a:avLst>
              <a:gd name="adj" fmla="val 888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7357" y="418795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· Copilot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7357" y="468172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Tailwind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57150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AI UI generator defaults to Tailwind. That's revealed preference.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How code is </a:t>
            </a:r>
            <a:r>
              <a:rPr lang="en-US" sz="3800" b="1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11002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By a </a:t>
            </a:r>
            <a:r>
              <a:rPr lang="en-US" sz="30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teammate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3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by a next-token predictor.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466344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4663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friction, same fix: locality.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things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are only two hard things in computer science: cache invalidation and naming things.”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346557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338328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needs an invented, project-specific name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05993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397764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drift: card / Card / cardWrapper / card-box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465429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457200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AND models invent inconsistently across a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828800"/>
            <a:ext cx="4828032" cy="3291840"/>
          </a:xfrm>
          <a:prstGeom prst="roundRect">
            <a:avLst>
              <a:gd name="adj" fmla="val 2222"/>
            </a:avLst>
          </a:prstGeom>
          <a:solidFill>
            <a:srgbClr val="171717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86016" y="2011680"/>
            <a:ext cx="100584" cy="10058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87184" y="2011680"/>
            <a:ext cx="100584" cy="10058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88352" y="2011680"/>
            <a:ext cx="100584" cy="10058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190195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59168" y="2377440"/>
            <a:ext cx="4242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what does 'featured' even mean? */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r>
              <a:rPr lang="en-US" sz="14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__header</a:t>
            </a:r>
            <a:r>
              <a:rPr lang="en-US" sz="1400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--featured</a:t>
            </a:r>
            <a:r>
              <a:rPr lang="en-US" sz="14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border-color</a:t>
            </a:r>
            <a:r>
              <a:rPr lang="en-US" sz="14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en-US" sz="14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#75dfbc;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r>
              <a:rPr lang="en-US" sz="14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__cta</a:t>
            </a:r>
            <a:r>
              <a:rPr lang="en-US" sz="14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 … }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r>
              <a:rPr lang="en-US" sz="14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__badge</a:t>
            </a:r>
            <a:r>
              <a:rPr lang="en-US" sz="14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 … 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</a:t>
            </a:r>
            <a:r>
              <a:rPr lang="en-US" sz="2200" b="1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in CSS is global and order-dependent.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reset.css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 0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3048" y="31546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51960" y="26517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2C2B2B"/>
          </a:solidFill>
          <a:ln w="12700">
            <a:solidFill>
              <a:srgbClr val="F1CF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buttons.css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 padding: 8px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31546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909560" y="265176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2C2B2B"/>
          </a:solidFill>
          <a:ln w="12700">
            <a:solidFill>
              <a:srgbClr val="FF6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card.css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…relies on both 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one rule here → break a component three files away. Non-local effects are the worst case for a bounded context window.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separation of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4846320" cy="2194560"/>
          </a:xfrm>
          <a:prstGeom prst="roundRect">
            <a:avLst>
              <a:gd name="adj" fmla="val 5000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Component.tsx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</a:t>
            </a: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"card--featured"</a:t>
            </a: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766560" y="2651760"/>
            <a:ext cx="4828032" cy="2194560"/>
          </a:xfrm>
          <a:prstGeom prst="roundRect">
            <a:avLst>
              <a:gd name="adj" fmla="val 5000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3383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.card--featured</a:t>
            </a: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 … 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51206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files, joined only by a magic string. To understand the component, you must hold both in your head, and so must the model.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= co-location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about the component, in one place.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11002975" cy="2651760"/>
          </a:xfrm>
          <a:prstGeom prst="roundRect">
            <a:avLst>
              <a:gd name="adj" fmla="val 2759"/>
            </a:avLst>
          </a:prstGeom>
          <a:solidFill>
            <a:srgbClr val="171717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" y="2651760"/>
            <a:ext cx="100584" cy="10058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2651760"/>
            <a:ext cx="100584" cy="10058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6152" y="2651760"/>
            <a:ext cx="100584" cy="10058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2542032"/>
            <a:ext cx="9905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PricingCard.tsx (the whole component)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3017520"/>
            <a:ext cx="1041775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CSS file. no class names. no cascade.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className=</a:t>
            </a:r>
            <a:r>
              <a:rPr lang="en-US" sz="15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{cn(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"rounded-lg px-4 py-3 font-bold"</a:t>
            </a: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featured</a:t>
            </a: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&amp;&amp; </a:t>
            </a:r>
            <a:r>
              <a:rPr lang="en-US" sz="15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"bg-mint text-ink hover:bg-mint/80"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)}&gt;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Choose plan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534924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and style live in one place. An LLM sees the entire spec in one span of tokens.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280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same card, two 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19125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310896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 LLM: “build a pricing card with a featured tier”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83133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version: 2 files, invented names, ad-hoc spacing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44714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438912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version: 1 file, renders right the first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5212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npm run dev   ·   watch: does it render correctly first try? Is the spacing consistent?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Co-location = context locality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have a bounded context and no project memory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Co-located styling = the whole spec in one token span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CSS = a second file it may never have read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2651760"/>
            <a:ext cx="4828032" cy="2743200"/>
          </a:xfrm>
          <a:prstGeom prst="roundRect">
            <a:avLst>
              <a:gd name="adj" fmla="val 2667"/>
            </a:avLst>
          </a:prstGeom>
          <a:solidFill>
            <a:srgbClr val="171717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86016" y="2834640"/>
            <a:ext cx="100584" cy="10058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87184" y="2834640"/>
            <a:ext cx="100584" cy="10058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88352" y="2834640"/>
            <a:ext cx="100584" cy="10058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0" y="27249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59168" y="3200400"/>
            <a:ext cx="4242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model needs BOTH of these,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often from different files: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"hero"</a:t>
            </a: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</a:t>
            </a: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{ … 40 lines …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Tailwind: it's all right here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"grid gap-6 p-8"</a:t>
            </a:r>
            <a:r>
              <a:rPr lang="en-US" sz="130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vocabulary = predictability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is a next-token predictor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“flex items-center justify-between” = a fixed phrase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millions of times → low perplexity, high 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80060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CSS = infinite names, orders, units → drift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2651760"/>
            <a:ext cx="4828032" cy="2651760"/>
          </a:xfrm>
          <a:prstGeom prst="roundRect">
            <a:avLst>
              <a:gd name="adj" fmla="val 4138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834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</a:t>
            </a: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flex items-center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365760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r>
              <a:rPr lang="en-US" sz="13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.hero-banner-x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452628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confidence in the next token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tokens = constrained values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Spacing, color, radius all come from a fixed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picks p-4 from a menu…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…instead of hallucinating padding: 13px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80060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guide the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4480560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62088" y="4224528"/>
            <a:ext cx="749808" cy="621792"/>
          </a:xfrm>
          <a:prstGeom prst="roundRect">
            <a:avLst>
              <a:gd name="adj" fmla="val 8824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2088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57616" y="3968496"/>
            <a:ext cx="749808" cy="877824"/>
          </a:xfrm>
          <a:prstGeom prst="roundRect">
            <a:avLst>
              <a:gd name="adj" fmla="val 7317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57616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53144" y="3712464"/>
            <a:ext cx="749808" cy="1133856"/>
          </a:xfrm>
          <a:prstGeom prst="roundRect">
            <a:avLst>
              <a:gd name="adj" fmla="val 7317"/>
            </a:avLst>
          </a:prstGeom>
          <a:solidFill>
            <a:srgbClr val="75DFBC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53144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48672" y="3456432"/>
            <a:ext cx="749808" cy="1389888"/>
          </a:xfrm>
          <a:prstGeom prst="roundRect">
            <a:avLst>
              <a:gd name="adj" fmla="val 7317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48672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744200" y="3200400"/>
            <a:ext cx="749808" cy="1645920"/>
          </a:xfrm>
          <a:prstGeom prst="roundRect">
            <a:avLst>
              <a:gd name="adj" fmla="val 7317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744200" y="4937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safe menu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global mapping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mt-4 == margin-top: 1rem in every repo on earth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“what does .spacer mean in THIS project?”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generalizes across the entire corpus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8872" cy="118872"/>
          </a:xfrm>
          <a:prstGeom prst="rect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80060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class names are project-local; they don't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2651760"/>
            <a:ext cx="4828032" cy="2468880"/>
          </a:xfrm>
          <a:prstGeom prst="roundRect">
            <a:avLst>
              <a:gd name="adj" fmla="val 2963"/>
            </a:avLst>
          </a:prstGeom>
          <a:solidFill>
            <a:srgbClr val="171717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86016" y="2834640"/>
            <a:ext cx="100584" cy="10058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87184" y="2834640"/>
            <a:ext cx="100584" cy="10058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2834640"/>
            <a:ext cx="100584" cy="10058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0" y="272491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 across every codebase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59168" y="3200400"/>
            <a:ext cx="4242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mt-4</a:t>
            </a: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→ margin-top: 1rem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→ display: flex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gap-6</a:t>
            </a: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→ gap: 1.5rem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.spacer</a:t>
            </a:r>
            <a:r>
              <a:rPr lang="en-US" sz="14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→ ¯\_(ツ)_/¯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depends on the repo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training-data flywheel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saturates modern training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shadcn/ui, millions of public repos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generalize across the corpus; names don't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80060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usage → more data → better gen → more usage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2011680"/>
            <a:ext cx="3291840" cy="3291840"/>
          </a:xfrm>
          <a:prstGeom prst="ellipse">
            <a:avLst/>
          </a:prstGeom>
          <a:ln w="19050">
            <a:solidFill>
              <a:srgbClr val="3A3A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2331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3474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976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4617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3474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trust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824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46304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Self-documenting = verifiable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9626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list is the spec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6027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bg-coral hover:bg-coral/80 px-4 py-2 rounded-lg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2428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416052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know exactly what it does without running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488289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480060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review = a tighter human + AI loop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2651760"/>
            <a:ext cx="4828032" cy="2468880"/>
          </a:xfrm>
          <a:prstGeom prst="roundRect">
            <a:avLst>
              <a:gd name="adj" fmla="val 4444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verify by reading: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33832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F6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bg-coral </a:t>
            </a:r>
            <a:r>
              <a:rPr lang="en-US" sz="15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hover:bg-coral/80 </a:t>
            </a:r>
            <a:r>
              <a:rPr lang="en-US" sz="15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px-4 py-2 </a:t>
            </a: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rounded-lg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4343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coral button, darkens on hover, comfy padding, soft corners.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 FRAMEWORK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already do this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frameworks co-locate template + logic in one unit. Tailwind adds style to the same unit.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2743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F1CF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92040" y="274320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FF6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one component, one file, one mental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encapsulation and utility-first both apply locality, at different layers.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4892040"/>
            <a:ext cx="1234440" cy="41148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8920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4892040"/>
            <a:ext cx="996696" cy="41148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0" y="4892040"/>
            <a:ext cx="996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82696" y="4892040"/>
            <a:ext cx="1353312" cy="41148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82696" y="48920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4892040"/>
            <a:ext cx="1234440" cy="41148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48920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7648" y="4892040"/>
            <a:ext cx="1472184" cy="41148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4892040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 FRAMEWORK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JS toolchain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composition is trivial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className={cn(base, active &amp;&amp; ‘bg-mint’)}
</a:t>
            </a: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:class="{ 'opacity-50': loading }"
</a:t>
            </a:r>
            <a:r>
              <a:rPr lang="en-US" sz="13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class:selected={isSelected}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&amp; template bindings make class composition a one-liner.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30952" cy="3108960"/>
          </a:xfrm>
          <a:prstGeom prst="roundRect">
            <a:avLst>
              <a:gd name="adj" fmla="val 3529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step is already there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282549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76288" y="27432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/ PostCSS / bundlers = Tailwind's native home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37413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76288" y="329184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 compiler + content scanning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92277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76288" y="384048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Tree-shaking → ship only the utilities you 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434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is a build-tool-native idea. It belongs to the JS ecosystem.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TYPESCRIPT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♥ Tailwind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philosophy: a constrained, named vocabulary that catches mistakes early.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1002975" cy="2468880"/>
          </a:xfrm>
          <a:prstGeom prst="roundRect">
            <a:avLst>
              <a:gd name="adj" fmla="val 2963"/>
            </a:avLst>
          </a:prstGeom>
          <a:solidFill>
            <a:srgbClr val="171717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" y="2560320"/>
            <a:ext cx="100584" cy="10058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2560320"/>
            <a:ext cx="100584" cy="10058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6152" y="2560320"/>
            <a:ext cx="100584" cy="10058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2450592"/>
            <a:ext cx="9905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button.tsx  ·  class-variance-authority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6968" y="2926080"/>
            <a:ext cx="104177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button = </a:t>
            </a:r>
            <a:r>
              <a:rPr lang="en-US" sz="135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("rounded-lg font-bold", {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variants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variant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{ primary: </a:t>
            </a:r>
            <a:r>
              <a:rPr lang="en-US" sz="135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"bg-mint text-ink"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destructive: </a:t>
            </a:r>
            <a:r>
              <a:rPr lang="en-US" sz="135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"bg-coral text-ink"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},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size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{ sm: </a:t>
            </a:r>
            <a:r>
              <a:rPr lang="en-US" sz="135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"h-8 px-3"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, lg: </a:t>
            </a:r>
            <a:r>
              <a:rPr lang="en-US" sz="1350" dirty="0">
                <a:solidFill>
                  <a:srgbClr val="F1CF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"h-12 px-6"</a:t>
            </a: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},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r>
              <a:rPr lang="en-US" sz="13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// ← variants are now type-checked &amp; autocompleted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5074920"/>
            <a:ext cx="969264" cy="41148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5074920"/>
            <a:ext cx="96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92224" y="5074920"/>
            <a:ext cx="2505456" cy="41148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92224" y="5074920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tailwind-variants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5074920"/>
            <a:ext cx="2176272" cy="41148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50749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tailwind-merge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31152" y="5074920"/>
            <a:ext cx="1627632" cy="411480"/>
          </a:xfrm>
          <a:prstGeom prst="roundRect">
            <a:avLst>
              <a:gd name="adj" fmla="val 50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31152" y="50749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clsx / cn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280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typed variants, live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19125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310896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variant × size: the class string updates in real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83133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variant is autocompleted AND type-checked in the editor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44714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438912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variant is a red squiggle at compile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5212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6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 the cva Button playground   ·   then show IntelliSense on  &lt;Button variant="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280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280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watch it edit ONE file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19125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310896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“add a success variant, then a loading state with a spinner”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83133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 lands entirely inside button.tsx. Nothing else moves.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44714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438912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cascade to chase, no stylesheet to hunt down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52120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edit = safe edit. That is the payoff of everything before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is the thesis, shipped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9397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201168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components: Tailwind + TypeScript + cva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77977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269748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exists because devs and LLMs both read and modify it trivially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46557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338328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v0, bolt, Lovable, Cursor, Artifacts all target it by default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11002975" cy="1371600"/>
          </a:xfrm>
          <a:prstGeom prst="roundRect">
            <a:avLst>
              <a:gd name="adj" fmla="val 8000"/>
            </a:avLst>
          </a:prstGeom>
          <a:solidFill>
            <a:srgbClr val="2C2B2B"/>
          </a:solidFill>
          <a:ln w="12700">
            <a:solidFill>
              <a:srgbClr val="75D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429768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One stack: </a:t>
            </a:r>
            <a:r>
              <a:rPr lang="en-US" sz="26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+ TypeScript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“But Tailwind is…”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305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6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“ugly class soup”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43400" y="2103120"/>
            <a:ext cx="6933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components in your framework, not @apply. The soup lives in ONE place you rarely re-read.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steep learning curve”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43400" y="3337560"/>
            <a:ext cx="6933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closed set + IntelliSense. Learn it once; it transfers to every project and every model.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2C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599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inline styles”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400" y="4572000"/>
            <a:ext cx="6933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design tokens + hover: / md: / dark: variants + purge. Inline styles can't do any of that.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MORNING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adopt (and convince the team)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NEW components. No big-bang rewrite.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Tailwind IntelliSense + Prettier class-sorter plugins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548640" cy="54864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352044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cn() + cva for anything with variants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97680"/>
            <a:ext cx="548640" cy="548640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 shamelessly from shadcn/ui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548640" cy="548640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507492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LLM speed compound. Measure PR velocity.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603504" cy="60350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friction was locality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603504" cy="603504"/>
          </a:xfrm>
          <a:prstGeom prst="ellipse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292608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love Tailwind: co-located, closed-vocabulary, deterministic, everywhere in training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603504" cy="603504"/>
          </a:xfrm>
          <a:prstGeom prst="ellipse">
            <a:avLst/>
          </a:prstGeom>
          <a:solidFill>
            <a:srgbClr val="FF6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384048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utilities, and TS types: locality at three layers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603504" cy="603504"/>
          </a:xfrm>
          <a:prstGeom prst="ellipse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7548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475488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machines already voted. Now you have the ammunition.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201168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tailwindcss.com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239572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+ the JIT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2057400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71336" y="201168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ui.shadcn.com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1336" y="239572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copy-paste component standard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cva.style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349300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class-variance-authority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8728" y="3154680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71336" y="310896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github.com/dcastil/tailwind-merge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71336" y="349300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conflict-safe class merging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251960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420624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htmx.org/essays/locality-of-behaviour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" y="459028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locality essay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251960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71336" y="420624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5DF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v0.dev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71336" y="4590288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machines vote, live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37360"/>
            <a:ext cx="11002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31089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Duldulao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4014216"/>
            <a:ext cx="118872" cy="118872"/>
          </a:xfrm>
          <a:prstGeom prst="rect">
            <a:avLst/>
          </a:prstGeom>
          <a:solidFill>
            <a:srgbClr val="75DF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393192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Demo repo: 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/devlinduldulao/llm-loves-tailwind-and-js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608576"/>
            <a:ext cx="118872" cy="118872"/>
          </a:xfrm>
          <a:prstGeom prst="rect">
            <a:avLst/>
          </a:prstGeom>
          <a:solidFill>
            <a:srgbClr val="F1CF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4526280"/>
            <a:ext cx="1071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Socials:  @devlinduldulao   ·   linkedin.com/in/devlinduldulao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0" y="38404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2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5852160"/>
            <a:ext cx="923544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585216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00784" y="5852160"/>
            <a:ext cx="10287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0784" y="585216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12364" y="5852160"/>
            <a:ext cx="1659636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12364" y="5852160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5D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rounded-2xl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5852160"/>
            <a:ext cx="1449324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585216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text-mint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&amp; JS frameworks love Tailwind CSS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3429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3363</Words>
  <Application>Microsoft Macintosh PowerPoint</Application>
  <PresentationFormat>Widescreen</PresentationFormat>
  <Paragraphs>413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LLMs &amp; JS frameworks love Tailwind CSS</dc:title>
  <dc:subject>PptxGenJS Presentation</dc:subject>
  <dc:creator>Devlin Duldulao</dc:creator>
  <cp:lastModifiedBy>Devlin Duldulao</cp:lastModifiedBy>
  <cp:revision>5</cp:revision>
  <dcterms:created xsi:type="dcterms:W3CDTF">2026-07-14T15:54:22Z</dcterms:created>
  <dcterms:modified xsi:type="dcterms:W3CDTF">2026-07-14T16:36:28Z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8c0f71-65dc-41d1-a799-91080a268621_Enabled">
    <vt:lpwstr>true</vt:lpwstr>
  </property>
  <property fmtid="{D5CDD505-2E9C-101B-9397-08002B2CF9AE}" pid="3" name="MSIP_Label_178c0f71-65dc-41d1-a799-91080a268621_SetDate">
    <vt:lpwstr>2026-07-14T16:34:20Z</vt:lpwstr>
  </property>
  <property fmtid="{D5CDD505-2E9C-101B-9397-08002B2CF9AE}" pid="4" name="MSIP_Label_178c0f71-65dc-41d1-a799-91080a268621_Method">
    <vt:lpwstr>Standard</vt:lpwstr>
  </property>
  <property fmtid="{D5CDD505-2E9C-101B-9397-08002B2CF9AE}" pid="5" name="MSIP_Label_178c0f71-65dc-41d1-a799-91080a268621_Name">
    <vt:lpwstr>Internal - Crayon Group Only</vt:lpwstr>
  </property>
  <property fmtid="{D5CDD505-2E9C-101B-9397-08002B2CF9AE}" pid="6" name="MSIP_Label_178c0f71-65dc-41d1-a799-91080a268621_SiteId">
    <vt:lpwstr>8f47ad71-44ca-48bf-afe3-56b9360a4495</vt:lpwstr>
  </property>
  <property fmtid="{D5CDD505-2E9C-101B-9397-08002B2CF9AE}" pid="7" name="MSIP_Label_178c0f71-65dc-41d1-a799-91080a268621_ActionId">
    <vt:lpwstr>005b6897-af3e-4122-9270-827420e2aab7</vt:lpwstr>
  </property>
  <property fmtid="{D5CDD505-2E9C-101B-9397-08002B2CF9AE}" pid="8" name="MSIP_Label_178c0f71-65dc-41d1-a799-91080a268621_ContentBits">
    <vt:lpwstr>2</vt:lpwstr>
  </property>
  <property fmtid="{D5CDD505-2E9C-101B-9397-08002B2CF9AE}" pid="9" name="MSIP_Label_178c0f71-65dc-41d1-a799-91080a268621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 Only</vt:lpwstr>
  </property>
</Properties>
</file>